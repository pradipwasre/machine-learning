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402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0254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0" y="18288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FFFFFF">
                    <a:alpha val="8000"/>
                  </a:srgbClr>
                </a:solidFill>
              </a:rPr>
              <a:t>ML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&amp;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57200" y="2697480"/>
            <a:ext cx="29260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Guide, Concept to Story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curiosity </a:t>
            </a:r>
            <a:r>
              <a:rPr lang="en-US" sz="13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clarity, </a:t>
            </a: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stage at a time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Approach Revision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27889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Curiosity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Why does this algorithm exist? and What problem does it solve? Understand before you memorise.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822960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822960"/>
            <a:ext cx="27889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9144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in Projects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123444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every concept to one project. Input → Process → Output. Every idea connects to a real goal.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63640" y="822960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822960"/>
            <a:ext cx="27889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9144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by Stages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123444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stage per sitting: Data → Preprocessing → Modeling → Evaluation → Deployment. Each is a mini skill.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2697480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697480"/>
            <a:ext cx="27889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78892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Practice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10896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small notebook experiments. Change one parameter and observe the effect. Play, do not memorise.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46120" y="2697480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2697480"/>
            <a:ext cx="27889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278892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After Each Topic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310896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"What did I learn?", "Where do I apply this?", "What confused me and how do I clarify it?"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63640" y="2697480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63640" y="2697480"/>
            <a:ext cx="27889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278892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Mindset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310896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solves problems creatively. Concept clarity beats surface recall. Your project story is your interview.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Revision Stages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5029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77724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777240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832104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154680" y="83210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 the dataset?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89320" y="832104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Columns, missing values, distributions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1609344"/>
            <a:ext cx="5029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60934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" y="1609344"/>
            <a:ext cx="822960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664208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154680" y="166420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prepare the data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89320" y="1664208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Encoding, scaling, handling nulls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2441448"/>
            <a:ext cx="5029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44144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77240" y="2441448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496312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154680" y="249631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patterns from data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89320" y="2496312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Random Forest, ANN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3273552"/>
            <a:ext cx="5029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327355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77240" y="3273552"/>
            <a:ext cx="822960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328416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154680" y="332841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model performance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89320" y="3328416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Recall, F1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28600" y="4105656"/>
            <a:ext cx="5029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410565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77240" y="4105656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16052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154680" y="416052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model in real life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89320" y="416052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dashboard, pipeline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14400" y="607737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154680" y="6035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89320" y="6172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vs Deep Learning, The Key Distinction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233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023360" cy="475488"/>
          </a:xfrm>
          <a:prstGeom prst="rect">
            <a:avLst/>
          </a:prstGeom>
          <a:solidFill>
            <a:srgbClr val="243352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Machine Learning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46304" cy="146304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33502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manual feature engineering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146304" cy="146304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86537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on structured/tabular data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450592"/>
            <a:ext cx="146304" cy="146304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39572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Algorithms: Logistic Regression, Decision Trees, Random Forest, SVM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980944"/>
            <a:ext cx="146304" cy="146304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92608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with raw images, audio, text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3511296"/>
            <a:ext cx="146304" cy="146304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45643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to train, easier to interpret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4041648"/>
            <a:ext cx="146304" cy="146304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98678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less data to perform well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46320" y="777240"/>
            <a:ext cx="40233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777240"/>
            <a:ext cx="402336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7772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74920" y="138988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21808" y="133502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features automatically from raw data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74920" y="1920240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21808" y="186537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images, audio, text, sequences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74920" y="2450592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21808" y="239572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Architectures: ANN, CNN, RNN, LSTM, GRU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74920" y="2980944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21808" y="292608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large datasets and compute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74920" y="3511296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21808" y="345643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hidden layers, deep hierarchy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74920" y="404164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21808" y="398678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image recognition, NLP, forecasting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224528" y="2578608"/>
            <a:ext cx="694944" cy="6949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24528" y="257860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Core Deep Learning Architectures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743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77240"/>
            <a:ext cx="274320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7724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28600" y="13075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Neural Network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217627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/ Structured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8803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313639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complex non-linear relationships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38404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409651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churn, loan prediction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0" y="777240"/>
            <a:ext cx="2743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777240"/>
            <a:ext cx="27432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77724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200400" y="13075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Neural Network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37560" y="19202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37560" y="217627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/ Video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37560" y="28803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37560" y="313639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spatial features via filters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37560" y="38404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37560" y="409651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recognition, medical imaging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72200" y="777240"/>
            <a:ext cx="2743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777240"/>
            <a:ext cx="274320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77724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172200" y="13075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Neural Network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09360" y="19202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09360" y="217627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 / Time-series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09360" y="28803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09360" y="313639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temporal dependencies with memory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09360" y="38404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09360" y="409651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generation, stock forecasting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: The Story of Learning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2976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777240"/>
            <a:ext cx="411480" cy="9875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777240"/>
            <a:ext cx="411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8321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1106424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 enter: age, salary, tenure. Each neuron holds one feature value.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" y="1856232"/>
            <a:ext cx="42976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1856232"/>
            <a:ext cx="411480" cy="9875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1856232"/>
            <a:ext cx="411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19110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&amp; Biases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" y="2185416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connection has a weight (importance). Bias shifts the output. Together they shape what the neuron "decides".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2880" y="2935224"/>
            <a:ext cx="42976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" y="2935224"/>
            <a:ext cx="411480" cy="9875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2935224"/>
            <a:ext cx="411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2990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5800" y="3264408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ReLU, Sigmoid, Tanh. Adds non-linearity so the network can learn complex patterns, not just straight lines.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2880" y="4014216"/>
            <a:ext cx="42976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4014216"/>
            <a:ext cx="411480" cy="9875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4014216"/>
            <a:ext cx="411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5800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5800" y="434340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left to right through hidden layers. Each layer transforms the signal toward a prediction.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777240"/>
            <a:ext cx="42976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777240"/>
            <a:ext cx="411480" cy="9875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777240"/>
            <a:ext cx="411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66360" y="8321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166360" y="1106424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wrong the prediction is. Cross-entropy (classification), MSE (regression). Lower = better.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1856232"/>
            <a:ext cx="42976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1856232"/>
            <a:ext cx="411480" cy="9875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1856232"/>
            <a:ext cx="411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166360" y="19110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166360" y="2185416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rule of derivatives traces the error back. Each weight learns how much it contributed to the mistake.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2935224"/>
            <a:ext cx="42976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2935224"/>
            <a:ext cx="411480" cy="9875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2935224"/>
            <a:ext cx="411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166360" y="2990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166360" y="3264408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the step size during weight updates. Too large = overshoot. Too small = slow convergence.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4014216"/>
            <a:ext cx="42976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4014216"/>
            <a:ext cx="411480" cy="9875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4014216"/>
            <a:ext cx="411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166360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166360" y="434340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epoch = one full pass over the training data. Multiple epochs let the model refine weights repeatedly.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: How an Image Becomes a Prediction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84124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841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" y="8046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Image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090672" y="80467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grid of pixel values. Each pixel is a number (0–255). Colour images have 3 channels: R, G, B.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1371600"/>
            <a:ext cx="8686800" cy="566928"/>
          </a:xfrm>
          <a:prstGeom prst="rect">
            <a:avLst/>
          </a:prstGeom>
          <a:solidFill>
            <a:srgbClr val="F0FD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" y="1463040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" y="142646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 Layer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090672" y="142646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filters slide across the image. Each filter detects a specific feature: edge, curve, texture, shape.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1993392"/>
            <a:ext cx="8686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" y="2084832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" y="204825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(ReLU)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90672" y="204825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negative values. Keeps the network non-linear. Applied after every convolution to add expressiveness.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615184"/>
            <a:ext cx="8686800" cy="566928"/>
          </a:xfrm>
          <a:prstGeom prst="rect">
            <a:avLst/>
          </a:prstGeom>
          <a:solidFill>
            <a:srgbClr val="F0FD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608" y="2706624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" y="26700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 Layer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090672" y="267004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pooling takes the highest value in a region. Shrinks the feature map, reduces parameters, keeps key features.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" y="3236976"/>
            <a:ext cx="8686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2608" y="3328416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" y="3291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Layer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090672" y="32918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the 2D feature map into a 1D vector. This bridges the spatial extractor and the classifier.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8600" y="3858768"/>
            <a:ext cx="8686800" cy="566928"/>
          </a:xfrm>
          <a:prstGeom prst="rect">
            <a:avLst/>
          </a:prstGeom>
          <a:solidFill>
            <a:srgbClr val="F0FD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2608" y="395020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4672" y="39136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Connected Layer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090672" y="391363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all extracted features. Works like a standard ANN — weighted sums with activations.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28600" y="4480560"/>
            <a:ext cx="8686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2608" y="4572000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2608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04672" y="453542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090672" y="453542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gives probabilities per class. Highest probability = prediction. e.g. cat: 92%, dog: 8%.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: When Order and Memory Matter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8686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777240"/>
            <a:ext cx="73152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3210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Sequence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154680" y="832104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Words, time-series values, sensor readings. Order matters, each token carries context from previous ones.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8600" y="1499616"/>
            <a:ext cx="8686800" cy="658368"/>
          </a:xfrm>
          <a:prstGeom prst="rect">
            <a:avLst/>
          </a:prstGeom>
          <a:solidFill>
            <a:srgbClr val="FAF5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499616"/>
            <a:ext cx="73152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54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154680" y="15544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network's memory. Updated at every step. Carries information from past inputs into the current computation.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221992"/>
            <a:ext cx="8686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2221992"/>
            <a:ext cx="73152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7685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Connection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154680" y="227685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state from step t-1 is fed into step t. This loop is what gives RNNs their temporal awareness.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2944368"/>
            <a:ext cx="8686800" cy="658368"/>
          </a:xfrm>
          <a:prstGeom prst="rect">
            <a:avLst/>
          </a:prstGeom>
          <a:solidFill>
            <a:srgbClr val="FAF5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944368"/>
            <a:ext cx="73152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9923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Gradient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154680" y="2999232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RNNs forget distant past. Gradients shrink over many steps. This is the core limitation.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3666744"/>
            <a:ext cx="8686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3666744"/>
            <a:ext cx="73152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72160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/ GRU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154680" y="372160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variants with forget, input, and output gates (LSTM) or reset and update gates (GRU). Solve long-term dependency.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" y="4389120"/>
            <a:ext cx="8686800" cy="658368"/>
          </a:xfrm>
          <a:prstGeom prst="rect">
            <a:avLst/>
          </a:prstGeom>
          <a:solidFill>
            <a:srgbClr val="FAF5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4389120"/>
            <a:ext cx="73152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44398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154680" y="4443984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word in a sentence, next value in a series, sentiment class. Depends on task: many-to-one, many-to-many.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 — What Does What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13232"/>
            <a:ext cx="8686800" cy="2743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132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103120" y="7132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0" y="7132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and why it matters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8686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4241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103120" y="1115568"/>
            <a:ext cx="1325880" cy="310896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111556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0" y="10424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Multiplied with inputs to strengthen or weaken signals. Learned during training.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1591056"/>
            <a:ext cx="868680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103120" y="1700784"/>
            <a:ext cx="1325880" cy="310896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170078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0" y="162763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activation threshold. Ensures neurons can fire even when all inputs are zero.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2176272"/>
            <a:ext cx="8686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2128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103120" y="2286000"/>
            <a:ext cx="1325880" cy="310896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03120" y="228600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Non-linearity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0" y="221284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ReLU: max(0,x). Sigmoid: [0,1]. Tanh: [-1,1]. Without these, the network is just linear.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2761488"/>
            <a:ext cx="868680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79806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103120" y="2871216"/>
            <a:ext cx="1325880" cy="310896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03120" y="287121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Signal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0" y="279806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for classification. MSE for regression. Guides training direction.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28600" y="3346704"/>
            <a:ext cx="8686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383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Rule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103120" y="3456432"/>
            <a:ext cx="1325880" cy="310896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03120" y="345643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Flow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0" y="33832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 trick. Decomposes the gradient of nested functions layer by layer back to weights.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28600" y="3931920"/>
            <a:ext cx="868680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96849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103120" y="4041648"/>
            <a:ext cx="1325880" cy="310896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03120" y="40416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Size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57600" y="396849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high: weights overshoot. Too low: training is slow. Schedules and Adam optimizer help.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28600" y="4517136"/>
            <a:ext cx="8686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5537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103120" y="4626864"/>
            <a:ext cx="1325880" cy="310896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03120" y="462686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Rounds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57600" y="455371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epochs = more weight updates. Watch for overfitting after too many epochs.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Ready Punchlines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answers that show you understand the concept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8595360" cy="475488"/>
          </a:xfrm>
          <a:prstGeom prst="rect">
            <a:avLst/>
          </a:prstGeom>
          <a:solidFill>
            <a:srgbClr val="243352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34440"/>
            <a:ext cx="54864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27101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vs Deep Learning?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154680" y="1271016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needs manual features; DL learns features automatically from raw data.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783080"/>
            <a:ext cx="8595360" cy="475488"/>
          </a:xfrm>
          <a:prstGeom prst="rect">
            <a:avLst/>
          </a:prstGeom>
          <a:solidFill>
            <a:srgbClr val="243352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783080"/>
            <a:ext cx="54864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81965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ANN?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154680" y="1819656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feed-forward network, good for structured/tabular data.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331720"/>
            <a:ext cx="8595360" cy="475488"/>
          </a:xfrm>
          <a:prstGeom prst="rect">
            <a:avLst/>
          </a:prstGeom>
          <a:solidFill>
            <a:srgbClr val="243352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331720"/>
            <a:ext cx="54864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36829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RNN?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154680" y="2368296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memory-based network, handles sequences by looping the hidden state forward.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880360"/>
            <a:ext cx="8595360" cy="475488"/>
          </a:xfrm>
          <a:prstGeom prst="rect">
            <a:avLst/>
          </a:prstGeom>
          <a:solidFill>
            <a:srgbClr val="243352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880360"/>
            <a:ext cx="54864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91693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CNN?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154680" y="2916936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spatial feature extractor, uses filters to detect patterns in images.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429000"/>
            <a:ext cx="8595360" cy="475488"/>
          </a:xfrm>
          <a:prstGeom prst="rect">
            <a:avLst/>
          </a:prstGeom>
          <a:solidFill>
            <a:srgbClr val="243352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429000"/>
            <a:ext cx="54864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46557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Backpropagation?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154680" y="3465576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chain rule to compute gradients and update weights from output back to input.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977640"/>
            <a:ext cx="8595360" cy="475488"/>
          </a:xfrm>
          <a:prstGeom prst="rect">
            <a:avLst/>
          </a:prstGeom>
          <a:solidFill>
            <a:srgbClr val="243352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977640"/>
            <a:ext cx="54864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401421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Loss measure?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154680" y="4014216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wrong the prediction is, the signal that guides weight updates during training.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4526280"/>
            <a:ext cx="8595360" cy="475488"/>
          </a:xfrm>
          <a:prstGeom prst="rect">
            <a:avLst/>
          </a:prstGeom>
          <a:solidFill>
            <a:srgbClr val="243352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4526280"/>
            <a:ext cx="54864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456285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Learning Rate matters?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154680" y="4562856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controls step size. Too large overshoots; too small crawls. It is the dial for convergence.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Story,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the Answer.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36576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971800"/>
            <a:ext cx="10972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97180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WHY before the HOW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47288"/>
            <a:ext cx="10972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3447288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one stage at a time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922776"/>
            <a:ext cx="10972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92277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every concept to a project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398264"/>
            <a:ext cx="10972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4398264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clearly, that is the real skill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1263</Words>
  <Application>Microsoft Office PowerPoint</Application>
  <PresentationFormat>On-screen Show (16:9)</PresentationFormat>
  <Paragraphs>201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&amp; Deep Learning Revision Guide</dc:title>
  <dc:subject>PptxGenJS Presentation</dc:subject>
  <dc:creator>PptxGenJS</dc:creator>
  <cp:lastModifiedBy>Pradip Wasre</cp:lastModifiedBy>
  <cp:revision>4</cp:revision>
  <dcterms:created xsi:type="dcterms:W3CDTF">2026-05-18T03:27:23Z</dcterms:created>
  <dcterms:modified xsi:type="dcterms:W3CDTF">2026-05-18T03:43:58Z</dcterms:modified>
</cp:coreProperties>
</file>